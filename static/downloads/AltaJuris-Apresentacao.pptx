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Calibri"/>
              </a:rPr>
              <a:t>AltaJuris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800" b="0">
                <a:solidFill>
                  <a:srgbClr val="D4A537"/>
                </a:solidFill>
                <a:latin typeface="Calibri"/>
              </a:rPr>
              <a:t>Inteligência jurídica de alto nível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>
                <a:solidFill>
                  <a:srgbClr val="E0E0E0"/>
                </a:solidFill>
                <a:latin typeface="Calibri"/>
              </a:rPr>
              <a:t>Gestão de processos, prazos, documentos e IA — tudo integrado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>
                <a:solidFill>
                  <a:srgbClr val="E0E0E0"/>
                </a:solidFill>
                <a:latin typeface="Calibri"/>
              </a:rPr>
              <a:t>Versão atualizada em 24/04/2026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D4A537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O desafio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Os desafios do advogado moderno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Por que o AltaJuris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Consulta manual de andamentos em múltiplos tribunais toma horas por dia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Risco constante de perder prazos processuais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Documentos espalhados em e-mails, pastas locais e WhatsApp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Falta de visão consolidada do escritório: faturamento, casos ativos, produtividade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Peticionamento com certificado digital é complexo e cheio de fricções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Clientes esperam transparência e atualização em tempo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D4A537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AltaJuris — escritório digital completo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Gestão, IA, integrações e conformidade numa plataforma só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Gestão de casos com linha de partes (Autor vs Réu) no header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Sincronização automática com eSAJ, PJe e DataJud/CNJ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Controle de prazos com alertas escalonados e countdown visual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Documentos divididos em 'Processo na Íntegra' e 'Documentos e Anexos'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IA para geração de minutas, relatórios e análise de viabilidade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Marketplace conectando cidadãos e advogados especializados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Gestão de casos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Calibri"/>
              </a:rPr>
              <a:t>Cada caso com informações que advogados realmente precisam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29768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Cabeçalho do caso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Número do processo como título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Linha 'Autor vs Réu' abaixo — identificação rápida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Autor em azul, Réu em vermelho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(+N) com tooltip para múltiplas partes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Badges: status, tribunal, cliente,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303520" cy="429768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Abas do detalhe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Resumo — partes, síntese, cards rápidos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Andamentos — movimentações com badges coloridos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Prazos — lista e calendário com urgência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Timeline — cronologia mensal filtrável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WhatsApp — conversas importadas como evidência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Processo na Íntegra vs Documentos e Anexos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Sugestão da Dra. Ana Botan — separação que faz sentido no dia a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Processo na Íntegra — peças sincronizadas do tribunal (eSAJ/PJe/DataJud)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Ícone do martelo (⚖️) identifica visualmente peças oficiais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Upload bloqueado nesta seção (mantém integridade do autos oficial)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Documentos e Anexos — provas, contratos, áudios, WhatsApp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Classificação automática por IA em 10+ categorias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OCR, assinatura digital e solicitação de assinatura por e-mail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Nunca mais perca um prazo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Detecção automática, banner de urgência e notificações escalonadas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Detecção automática de prazos em publicações do DJE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Cálculo baseado no CPC (corridos x úteis) por tipo de prazo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Banner vermelho de urgência quando ≤ 1 dia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Calendário visual com cores por status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Notificações escalonadas: 7d, 3d, 1d, no dia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Marcação rápida de conclusão com um clique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Importação por OAB em minutos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Trouxemos todos os seus processos de uma só vez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Busca paralela em DataJud/CNJ e eSAJ por número da OAB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Suporta múltiplos estados simultaneamente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Polling assíncrono com progresso em tempo real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Dedup por número CNJ — evita duplicatas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Criação automática de casos com partes, vara e comarca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Sincronização periódica para manter andamentos atualizados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D4A537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Inteligência artificial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IA trabalhando para você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Claude 3.5 via AWS Bedrock — fundamentada em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Chat com os documentos do caso (RAG + embeddings)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Geração de minutas e petições a partir de templates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Relatórios em PDF com análise de viabilidade e estratégia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Extração automática de dados (partes, valores, datas)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Classificação de documentos por tipo em 10+ categorias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Análise de impacto legislativo em casos existentes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Construtor de caso (Case Builder)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Wizard guiado para montar processos do 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Etapa 1 — Índice de provas organizado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Etapa 2 — Estimativa de danos calculada por IA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Etapa 3 — Rascunho de petição inicial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Etapa 4 — Exportação em PDF pronta para protocolar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Cross-reference com mensagens do WhatsApp importadas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D4A537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Segurança e conformidade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Certificados digitais ICP-Brasil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A1 para automação, A3 para peticionamento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Certificado A1 — arquivo .pfx encriptado em repouso (Fernet)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Certificado A3 — token USB via AltaJuris Signer (app próprio gratuito)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Signer suporta SafeSign, SafeNet, Watchdata, OpenSC e outros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Chave privada nunca sai do token — apenas dados públicos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Fallback automático para Lacuna Web PKI quando disponível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Auto-detecção de drivers em Windows e macOS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Seus dados protegidos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Arquitetura multi-tenant com isolamento e auditoria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Multi-tenant: cada escritório tem dados totalmente isolados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Autenticação via AWS Cognito com política de senha forte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Senhas hashadas (bcrypt) — irrecuperáveis por design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RBAC: admin, advogado, assistente, cliente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Audit log completo de todas as operações sensíveis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Backups automáticos do Aurora PostgreSQL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7200" b="1">
                <a:solidFill>
                  <a:srgbClr val="D4A537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972800" cy="13716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Planos e próximos passos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Planos flexíveis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E0E0E0"/>
                </a:solidFill>
                <a:latin typeface="Calibri"/>
              </a:rPr>
              <a:t>Escolha o plano certo para cada perfil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29768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Advogados e escritórios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Advogado — R$ 199/mês (1 OAB, até 50 casos)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Escritório — R$ 499/mês (OAB ilimitada, equipe)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Enterprise — sob consulta (SLA, customizações)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Integração com marketplace para leads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Cobrança Asaas (boleto/PIX) para clientes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303520" cy="4297680"/>
          </a:xfrm>
          <a:prstGeom prst="rect">
            <a:avLst/>
          </a:prstGeom>
          <a:solidFill>
            <a:srgbClr val="2A5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30352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5740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Cidadãos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606040"/>
            <a:ext cx="49377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Básico — R$ 29/mês (1 caso, relatório IA)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Pro — R$ 79/mês (5 casos, análise WhatsApp)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Advanced — R$ 149/mês (ilimitado, marketplace)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Gerador de petições por IA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D4A537"/>
                </a:solidFill>
                <a:latin typeface="Calibri"/>
              </a:rPr>
              <a:t>▸ </a:t>
            </a:r>
            <a:r>
              <a:rPr sz="1400">
                <a:solidFill>
                  <a:srgbClr val="FFFFFF"/>
                </a:solidFill>
                <a:latin typeface="Calibri"/>
              </a:rPr>
              <a:t>Score de viabilidade com strengths/weaknesses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 que vem por aí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E0E0E0"/>
                </a:solidFill>
                <a:latin typeface="Calibri"/>
              </a:rPr>
              <a:t>Roadmap próximos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AltaJuris Signer para macOS e Linux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App mobile (Flutter) com notificações push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Integração com mais tribunais (eProc, TRFs)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Assinatura digital ICP-Brasil integrada (PAdES/CAdES)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Monitoramento legislativo com alertas por embedding</a:t>
            </a:r>
          </a:p>
          <a:p>
            <a:pPr algn="l">
              <a:spcAft>
                <a:spcPts val="800"/>
              </a:spcAft>
            </a:pPr>
            <a:r>
              <a:rPr sz="1800" b="1">
                <a:solidFill>
                  <a:srgbClr val="D4A537"/>
                </a:solidFill>
                <a:latin typeface="Calibri"/>
              </a:rPr>
              <a:t>▸ </a:t>
            </a:r>
            <a:r>
              <a:rPr sz="1800">
                <a:solidFill>
                  <a:srgbClr val="FFFFFF"/>
                </a:solidFill>
                <a:latin typeface="Calibri"/>
              </a:rPr>
              <a:t>Dashboard executivo com BI (Receita, produtividade, prazos)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Pronto para começar?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200" b="0">
                <a:solidFill>
                  <a:srgbClr val="D4A537"/>
                </a:solidFill>
                <a:latin typeface="Calibri"/>
              </a:rPr>
              <a:t>Cadastre seu escritório em altajuris.com.br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Site:  https://altajuris.com.br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Dev:   https://desenvolvimento.altajuris.com.br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12064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>
                <a:solidFill>
                  <a:srgbClr val="E0E0E0"/>
                </a:solidFill>
                <a:latin typeface="Calibri"/>
              </a:rPr>
              <a:t>Docs:  http://development-legaltech-docs-site.s3-website-us-east-1.amazonaws.com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E0E0E0"/>
                </a:solidFill>
                <a:latin typeface="Calibr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